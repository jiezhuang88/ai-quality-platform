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ddb1fb3c1c43b7" /><Relationship Type="http://schemas.openxmlformats.org/officeDocument/2006/relationships/extended-properties" Target="/docProps/app.xml" Id="Rd0c733a3e8e143c9" /><Relationship Type="http://schemas.openxmlformats.org/officeDocument/2006/relationships/officeDocument" Target="/ppt/presentation.xml" Id="R234e1b1af0f74c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ada84f4d6945f5"/>
  </p:sldMasterIdLst>
  <p:notesMasterIdLst>
    <p:notesMasterId xmlns:r="http://schemas.openxmlformats.org/officeDocument/2006/relationships" r:id="R69c806b1bda14afb"/>
  </p:notesMasterIdLst>
  <p:sldIdLst>
    <p:sldId xmlns:r="http://schemas.openxmlformats.org/officeDocument/2006/relationships" id="256" r:id="Rb0fa0d6613cb4b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9111baf45e4b7a" /><Relationship Type="http://schemas.openxmlformats.org/officeDocument/2006/relationships/slideMaster" Target="/ppt/slideMasters/slideMaster1.xml" Id="R88ada84f4d6945f5" /><Relationship Type="http://schemas.openxmlformats.org/officeDocument/2006/relationships/notesMaster" Target="/ppt/notesMasters/notesMaster1.xml" Id="R69c806b1bda14afb" /><Relationship Type="http://schemas.openxmlformats.org/officeDocument/2006/relationships/presProps" Target="/ppt/presProps.xml" Id="R1546d98cbb9540ee" /><Relationship Type="http://schemas.openxmlformats.org/officeDocument/2006/relationships/viewProps" Target="/ppt/viewProps.xml" Id="R16b37f115e534cb3" /><Relationship Type="http://schemas.openxmlformats.org/officeDocument/2006/relationships/tableStyles" Target="/ppt/tableStyles.xml" Id="Rd8ffeca532fb4614" /><Relationship Type="http://schemas.openxmlformats.org/officeDocument/2006/relationships/slide" Target="/ppt/slides/slide1.xml" Id="Rb0fa0d6613cb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53aced918941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b270973b92469d" /><Relationship Type="http://schemas.openxmlformats.org/officeDocument/2006/relationships/notesMaster" Target="/ppt/notesMasters/notesMaster1.xml" Id="R3029aaa7033a4f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cb16876c141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441061d5040cb" /><Relationship Type="http://schemas.openxmlformats.org/officeDocument/2006/relationships/slideLayout" Target="/ppt/slideLayouts/slideLayout1.xml" Id="Rc93acf57022c47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3acf57022c47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4d4660a0049bf" /><Relationship Type="http://schemas.openxmlformats.org/officeDocument/2006/relationships/notesSlide" Target="/ppt/notesSlides/notesSlide1.xml" Id="Rf2a158b180d149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F8280-35C0-4F13-B873-3DFC60DE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C6956-A850-4D10-B987-0F69BCDB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DF823-5962-4BFB-AAD7-64D9B35B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733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未来测试质量保障：从测试执行到 AI 时代质量经营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FE8F00-E12F-43E2-903A-8F3B8EB2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7E3F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D7E3F5"/>
                </a:solidFill>
                <a:latin typeface="Aptos Display"/>
                <a:ea typeface="Aptos Display"/>
                <a:cs typeface="Aptos Display"/>
              </a:rPr>
              <a:t>面向 CTO 的工作模式演进建议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7A942-33DD-4556-934D-2C697CD3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819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核心判断：AI 提升代码产出速度，测试团队必须把业务风险转化为规则、自动化、AI 智能体与线上闭环。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4E3D-BD44-46AD-A1A6-F6858A31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3143250" cy="4762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214B2-E9D6-47EE-A142-F686D008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476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F8A55-FCE8-49BA-9622-1547A2B6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3350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1. 工作模式演进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C08E-E9A6-4B49-ABC6-EA253CE9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954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646A0-8200-4244-B2C6-A0B3F597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过去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02175-0FDD-4B9E-AE0F-81FA80FE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71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用例执行者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3AB85-FCB6-47C2-9E42-63AD545C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574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需求后介入，手工验证功能正确性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CC90A4-B436-4E7F-BC13-A5D5B722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3840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37C8B-D71F-4D68-B54A-688AEA90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BE00A-7CCC-4147-BA98-35F38B38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现在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7CB0E-256C-41E3-9C36-F2F74BDA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71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质量门禁建设者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C4D23-0578-4BD5-BD25-66F2B480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2575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 阶段风险分级，自动化阻断缺失证据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D4F92-71A1-45A0-A646-95D05C54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631B44-C2D3-40D6-BF3A-32BB7C7A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3FBA16-5F41-4D7E-873D-493DA8E4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未来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19361-1D3A-4F72-8AC1-4EA37E23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质量经营者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B90D72-E9C0-44AA-8A99-553F0BC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编排 AI 测试智能体，经营线上质量指标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2797E5-71D7-4026-9495-D5F889B5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组织变化：测试不再靠人力线性扩张，而是负责质量规则、平台和 AI 测试能力。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6BAFA-8DC8-49CB-AFFA-2FF9FFF1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00150"/>
            <a:ext cx="4095750" cy="476250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6CF5D-92FD-44D9-890F-6F3E86D0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00150"/>
            <a:ext cx="476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5D4E3-8ACF-4912-93BC-F78A40E0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333500"/>
            <a:ext cx="3752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2. AI Coding 质量保障闭环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B93BE-97F7-4AF1-B916-24D511EA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954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C333AE-DB7B-4137-A07A-111870E0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业务风险建模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86E76-8708-45F6-AF4C-0BF2F5D8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电商核心链路、资损、库存、履约、风控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79A87-FF71-4516-8D08-FA420151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240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0C9BCE-230E-4BAF-B706-53C4E6F8B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6954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5FFA67-FAF4-4F93-86E6-EF807B64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编码约束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4899CC-7EEE-40FB-8B8F-483C50A1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Prompt 规则、禁止范围、高风险模块清单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3A0C4A-343F-42C2-AD90-607DBCE0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003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6FE58D-73B1-45D1-8D8A-5DD2C207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14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PR 质量门禁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F76E97-6487-4E47-9D65-4758F6AC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风险分级、自动测试、安全扫描、证据报告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CFE780-5ED9-4BCC-9139-F35E244E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CA6714-AB2C-41D0-AB7B-FD653EF3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69BDE7-E141-46F6-8D9A-68623DD4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辅助测试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2162CF-DD48-404B-A17A-0F04D092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Diff 分析、用例生成、回归推荐、日志归因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A39525-2458-445F-866A-F090BEF9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052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D4CA51-E696-4080-9691-1A2895A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9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发布与线上监控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2DC64B3-0914-4131-9372-41EB7717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481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灰度、回滚、业务指标、异常告警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EAACAE-D0B4-4332-947C-95D0C74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33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704C95-0983-4EA5-AA9D-CAC5987D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562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E6814B-2A4D-4A9C-8AF1-61C18D7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9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缺陷模式反哺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CDADBA-2006-4C41-8540-C81933F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48150"/>
            <a:ext cx="133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回归用例、Prompt 约束、门禁规则更新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7B6AA7-934E-4CA1-B3DC-734F7D6E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19700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关键机制：风险等级决定门禁强度；AI 负责辅助发现盲区，人负责业务风险裁决。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4B35E4-7F64-4020-8D3E-6FF7881D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00150"/>
            <a:ext cx="3429000" cy="47625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CE7CD6-0EA5-407A-A0F4-78D1FD4A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200150"/>
            <a:ext cx="476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A964FD-34FC-4D4D-A5D3-864A476A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308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3. 实际 Case：优惠券叠加规则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4E1DFD0-3A8F-4B8A-8ED7-CB442958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8191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FFF0E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2C4734-27A0-4549-ACF3-A199B9BB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43075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高风险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876A9D-2B4E-4DAC-B9F6-F7636922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676400"/>
            <a:ext cx="1143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FF4E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FA0E83E-A4CC-4241-A6D8-B10A9EC0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743075"/>
            <a:ext cx="990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可能资损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EB9FAC-0412-4DD4-829D-2E187CF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76400"/>
            <a:ext cx="666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D26943-13DC-4C65-8B08-E3DDEC78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743075"/>
            <a:ext cx="514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需灰度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45F945-377E-4962-B9DE-8A73F3F3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717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需求：平台券+店铺券可叠加，新人券不能与满减叠加，退款按优惠比例分摊。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62867F-A476-4791-9879-29B63DCF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813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风险识别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DA0DBA8-7A65-4DCA-BB34-EE70C9C4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金额、优惠资产、支付金额、退款分摊、并发使用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B75EC7-CA8F-4207-A982-0CC8A69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AI 约束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E94406C-D89A-45CF-BC73-85631596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14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不得改支付入账；金额用 BigDecimal；必须补负金额/互斥/退款测试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B39FA0-B54B-4D48-A988-6D29584A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481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PR 门禁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6DA278F-5A9A-4F1D-B889-044164C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单测+契约+金额回归+AI diff 分析；缺退款分摊测试即阻断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60CFE4-D984-432D-81E8-A84600D5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上线保护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2994944-EC3D-4EC3-947C-21BA4EC9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815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优惠开关、灰度发布、订单/支付金额对账、异常告警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FA9C0F-CEAA-44F3-9053-21815F43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149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复盘沉淀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B78ECF-CC76-4C2E-AEB2-703A4DAE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149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优惠规则模板、金额一致性脚本、PR 自动高风险标记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6171013-3C93-4ADB-A9B1-E80582A9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48300"/>
            <a:ext cx="2800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0E63D8-1C08-4CB7-82B9-6B5CBD8E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53075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CTO 决策点：批准建设风险驱动质量平台 + AI 测试智能体能力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8DADE2-CD77-435A-8724-33C3C714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0858500" cy="104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E71499-9F9F-4717-91E4-741955C4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落地路径：先建业务风险地图和 PR 门禁，再补核心链路自动化，随后接入 AI 测试分析与线上质量闭环。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CBDEE3-6DD3-4B7E-B7AC-CEABCE3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198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 page</a:t>
            </a:r>
          </a:p>
        </p:txBody>
      </p:sp>
    </p:spTree>
    <p:extLst>
      <p:ext uri="{BB962C8B-B14F-4D97-AF65-F5344CB8AC3E}">
        <p14:creationId xmlns:p14="http://schemas.microsoft.com/office/powerpoint/2010/main" val="51955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2026-06-10T09:15:26.4970000Z</dcterms:created>
  <dcterms:modified xsi:type="dcterms:W3CDTF">2026-06-10T09:15:26.4970000Z</dcterms:modified>
</coreProperties>
</file>